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1" r:id="rId2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7" r:id="rId13"/>
    <p:sldId id="268" r:id="rId14"/>
    <p:sldId id="269" r:id="rId15"/>
    <p:sldId id="264" r:id="rId16"/>
  </p:sldIdLst>
  <p:sldSz cx="10080625" cy="7559675"/>
  <p:notesSz cx="7559675" cy="10691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8" roundtripDataSignature="AMtx7mi4zMGjG7driW7vsPcS77lkm+Vt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1579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customschemas.google.com/relationships/presentationmetadata" Target="metadata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4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:notes"/>
          <p:cNvSpPr txBox="1"/>
          <p:nvPr/>
        </p:nvSpPr>
        <p:spPr>
          <a:xfrm>
            <a:off x="4278240" y="10156680"/>
            <a:ext cx="3279240" cy="533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 sz="1400" b="0" i="0" u="none" strike="noStrike" cap="non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" name="Google Shape;142;p1:notes"/>
          <p:cNvSpPr txBox="1">
            <a:spLocks noGrp="1"/>
          </p:cNvSpPr>
          <p:nvPr>
            <p:ph type="body" idx="1"/>
          </p:nvPr>
        </p:nvSpPr>
        <p:spPr>
          <a:xfrm>
            <a:off x="755640" y="5078520"/>
            <a:ext cx="6048000" cy="48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:notes"/>
          <p:cNvSpPr txBox="1"/>
          <p:nvPr/>
        </p:nvSpPr>
        <p:spPr>
          <a:xfrm>
            <a:off x="4278240" y="10156680"/>
            <a:ext cx="3279240" cy="533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sz="1400" b="0" i="0" u="none" strike="noStrike" cap="non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" name="Google Shape;150;p2:notes"/>
          <p:cNvSpPr txBox="1">
            <a:spLocks noGrp="1"/>
          </p:cNvSpPr>
          <p:nvPr>
            <p:ph type="body" idx="1"/>
          </p:nvPr>
        </p:nvSpPr>
        <p:spPr>
          <a:xfrm>
            <a:off x="755640" y="5078520"/>
            <a:ext cx="6048000" cy="48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/>
          <p:cNvSpPr txBox="1"/>
          <p:nvPr/>
        </p:nvSpPr>
        <p:spPr>
          <a:xfrm>
            <a:off x="4278240" y="10156680"/>
            <a:ext cx="3279240" cy="533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400" b="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sz="1400" b="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7" name="Google Shape;157;p3:notes"/>
          <p:cNvSpPr txBox="1">
            <a:spLocks noGrp="1"/>
          </p:cNvSpPr>
          <p:nvPr>
            <p:ph type="body" idx="1"/>
          </p:nvPr>
        </p:nvSpPr>
        <p:spPr>
          <a:xfrm>
            <a:off x="755640" y="5078520"/>
            <a:ext cx="6048000" cy="48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:notes"/>
          <p:cNvSpPr txBox="1"/>
          <p:nvPr/>
        </p:nvSpPr>
        <p:spPr>
          <a:xfrm>
            <a:off x="4278240" y="10156680"/>
            <a:ext cx="3279240" cy="533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400" b="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sz="1400" b="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p4:notes"/>
          <p:cNvSpPr txBox="1">
            <a:spLocks noGrp="1"/>
          </p:cNvSpPr>
          <p:nvPr>
            <p:ph type="body" idx="1"/>
          </p:nvPr>
        </p:nvSpPr>
        <p:spPr>
          <a:xfrm>
            <a:off x="755640" y="5078520"/>
            <a:ext cx="6048000" cy="48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 txBox="1"/>
          <p:nvPr/>
        </p:nvSpPr>
        <p:spPr>
          <a:xfrm>
            <a:off x="4278240" y="10156680"/>
            <a:ext cx="3279240" cy="533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400" b="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sz="1400" b="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p5:notes"/>
          <p:cNvSpPr txBox="1">
            <a:spLocks noGrp="1"/>
          </p:cNvSpPr>
          <p:nvPr>
            <p:ph type="body" idx="1"/>
          </p:nvPr>
        </p:nvSpPr>
        <p:spPr>
          <a:xfrm>
            <a:off x="755640" y="5078520"/>
            <a:ext cx="6048000" cy="48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 txBox="1"/>
          <p:nvPr/>
        </p:nvSpPr>
        <p:spPr>
          <a:xfrm>
            <a:off x="4278240" y="10156680"/>
            <a:ext cx="3279240" cy="533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400" b="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sz="1400" b="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" name="Google Shape;181;p6:notes"/>
          <p:cNvSpPr txBox="1">
            <a:spLocks noGrp="1"/>
          </p:cNvSpPr>
          <p:nvPr>
            <p:ph type="body" idx="1"/>
          </p:nvPr>
        </p:nvSpPr>
        <p:spPr>
          <a:xfrm>
            <a:off x="755640" y="5078520"/>
            <a:ext cx="6048000" cy="48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 txBox="1"/>
          <p:nvPr/>
        </p:nvSpPr>
        <p:spPr>
          <a:xfrm>
            <a:off x="4278240" y="10156680"/>
            <a:ext cx="3279240" cy="533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400" b="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sz="1400" b="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p7:notes"/>
          <p:cNvSpPr txBox="1">
            <a:spLocks noGrp="1"/>
          </p:cNvSpPr>
          <p:nvPr>
            <p:ph type="body" idx="1"/>
          </p:nvPr>
        </p:nvSpPr>
        <p:spPr>
          <a:xfrm>
            <a:off x="755640" y="5078520"/>
            <a:ext cx="6048000" cy="48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:notes"/>
          <p:cNvSpPr txBox="1"/>
          <p:nvPr/>
        </p:nvSpPr>
        <p:spPr>
          <a:xfrm>
            <a:off x="4278240" y="10156680"/>
            <a:ext cx="3279240" cy="533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400" b="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fld>
            <a:endParaRPr sz="1400" b="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640" y="812880"/>
            <a:ext cx="5346360" cy="40082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1" name="Google Shape;201;p10:notes"/>
          <p:cNvSpPr txBox="1">
            <a:spLocks noGrp="1"/>
          </p:cNvSpPr>
          <p:nvPr>
            <p:ph type="body" idx="1"/>
          </p:nvPr>
        </p:nvSpPr>
        <p:spPr>
          <a:xfrm>
            <a:off x="755640" y="5078520"/>
            <a:ext cx="6048000" cy="48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>
            <a:spLocks noGrp="1"/>
          </p:cNvSpPr>
          <p:nvPr>
            <p:ph type="title"/>
          </p:nvPr>
        </p:nvSpPr>
        <p:spPr>
          <a:xfrm>
            <a:off x="671400" y="671400"/>
            <a:ext cx="6997320" cy="1455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subTitle" idx="1"/>
          </p:nvPr>
        </p:nvSpPr>
        <p:spPr>
          <a:xfrm>
            <a:off x="671400" y="2381400"/>
            <a:ext cx="6997320" cy="427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"/>
          <p:cNvSpPr txBox="1">
            <a:spLocks noGrp="1"/>
          </p:cNvSpPr>
          <p:nvPr>
            <p:ph type="title"/>
          </p:nvPr>
        </p:nvSpPr>
        <p:spPr>
          <a:xfrm>
            <a:off x="671400" y="671400"/>
            <a:ext cx="6997320" cy="1455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body" idx="1"/>
          </p:nvPr>
        </p:nvSpPr>
        <p:spPr>
          <a:xfrm>
            <a:off x="671400" y="2381400"/>
            <a:ext cx="6997320" cy="427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>
            <a:spLocks noGrp="1"/>
          </p:cNvSpPr>
          <p:nvPr>
            <p:ph type="title"/>
          </p:nvPr>
        </p:nvSpPr>
        <p:spPr>
          <a:xfrm>
            <a:off x="671400" y="671400"/>
            <a:ext cx="6997320" cy="1455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body" idx="1"/>
          </p:nvPr>
        </p:nvSpPr>
        <p:spPr>
          <a:xfrm>
            <a:off x="671400" y="2381400"/>
            <a:ext cx="3414600" cy="427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body" idx="2"/>
          </p:nvPr>
        </p:nvSpPr>
        <p:spPr>
          <a:xfrm>
            <a:off x="4257000" y="2381400"/>
            <a:ext cx="3414600" cy="427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8"/>
          <p:cNvSpPr txBox="1">
            <a:spLocks noGrp="1"/>
          </p:cNvSpPr>
          <p:nvPr>
            <p:ph type="title"/>
          </p:nvPr>
        </p:nvSpPr>
        <p:spPr>
          <a:xfrm>
            <a:off x="671400" y="671400"/>
            <a:ext cx="6997320" cy="1455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9"/>
          <p:cNvSpPr txBox="1">
            <a:spLocks noGrp="1"/>
          </p:cNvSpPr>
          <p:nvPr>
            <p:ph type="subTitle" idx="1"/>
          </p:nvPr>
        </p:nvSpPr>
        <p:spPr>
          <a:xfrm>
            <a:off x="671400" y="671400"/>
            <a:ext cx="6997320" cy="67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>
            <a:spLocks noGrp="1"/>
          </p:cNvSpPr>
          <p:nvPr>
            <p:ph type="title"/>
          </p:nvPr>
        </p:nvSpPr>
        <p:spPr>
          <a:xfrm>
            <a:off x="671400" y="671400"/>
            <a:ext cx="6997320" cy="1455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body" idx="1"/>
          </p:nvPr>
        </p:nvSpPr>
        <p:spPr>
          <a:xfrm>
            <a:off x="671400" y="2381400"/>
            <a:ext cx="3414600" cy="20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body" idx="2"/>
          </p:nvPr>
        </p:nvSpPr>
        <p:spPr>
          <a:xfrm>
            <a:off x="4257000" y="2381400"/>
            <a:ext cx="3414600" cy="427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0"/>
          <p:cNvSpPr txBox="1">
            <a:spLocks noGrp="1"/>
          </p:cNvSpPr>
          <p:nvPr>
            <p:ph type="body" idx="3"/>
          </p:nvPr>
        </p:nvSpPr>
        <p:spPr>
          <a:xfrm>
            <a:off x="671400" y="4616280"/>
            <a:ext cx="3414600" cy="20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 txBox="1">
            <a:spLocks noGrp="1"/>
          </p:cNvSpPr>
          <p:nvPr>
            <p:ph type="title"/>
          </p:nvPr>
        </p:nvSpPr>
        <p:spPr>
          <a:xfrm>
            <a:off x="671400" y="671400"/>
            <a:ext cx="6997320" cy="1455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body" idx="1"/>
          </p:nvPr>
        </p:nvSpPr>
        <p:spPr>
          <a:xfrm>
            <a:off x="671400" y="2381400"/>
            <a:ext cx="3414600" cy="427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body" idx="2"/>
          </p:nvPr>
        </p:nvSpPr>
        <p:spPr>
          <a:xfrm>
            <a:off x="4257000" y="2381400"/>
            <a:ext cx="3414600" cy="20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1"/>
          <p:cNvSpPr txBox="1">
            <a:spLocks noGrp="1"/>
          </p:cNvSpPr>
          <p:nvPr>
            <p:ph type="body" idx="3"/>
          </p:nvPr>
        </p:nvSpPr>
        <p:spPr>
          <a:xfrm>
            <a:off x="4257000" y="4616280"/>
            <a:ext cx="3414600" cy="20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2"/>
          <p:cNvSpPr txBox="1">
            <a:spLocks noGrp="1"/>
          </p:cNvSpPr>
          <p:nvPr>
            <p:ph type="title"/>
          </p:nvPr>
        </p:nvSpPr>
        <p:spPr>
          <a:xfrm>
            <a:off x="671400" y="671400"/>
            <a:ext cx="6997320" cy="1455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body" idx="1"/>
          </p:nvPr>
        </p:nvSpPr>
        <p:spPr>
          <a:xfrm>
            <a:off x="671400" y="2381400"/>
            <a:ext cx="3414600" cy="20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body" idx="2"/>
          </p:nvPr>
        </p:nvSpPr>
        <p:spPr>
          <a:xfrm>
            <a:off x="4257000" y="2381400"/>
            <a:ext cx="3414600" cy="20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body" idx="3"/>
          </p:nvPr>
        </p:nvSpPr>
        <p:spPr>
          <a:xfrm>
            <a:off x="671400" y="4616280"/>
            <a:ext cx="6997320" cy="20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>
            <a:spLocks noGrp="1"/>
          </p:cNvSpPr>
          <p:nvPr>
            <p:ph type="title"/>
          </p:nvPr>
        </p:nvSpPr>
        <p:spPr>
          <a:xfrm>
            <a:off x="671400" y="671400"/>
            <a:ext cx="6997320" cy="1455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body" idx="1"/>
          </p:nvPr>
        </p:nvSpPr>
        <p:spPr>
          <a:xfrm>
            <a:off x="671400" y="2381400"/>
            <a:ext cx="6997320" cy="20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body" idx="2"/>
          </p:nvPr>
        </p:nvSpPr>
        <p:spPr>
          <a:xfrm>
            <a:off x="671400" y="4616280"/>
            <a:ext cx="6997320" cy="20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4"/>
          <p:cNvSpPr txBox="1">
            <a:spLocks noGrp="1"/>
          </p:cNvSpPr>
          <p:nvPr>
            <p:ph type="title"/>
          </p:nvPr>
        </p:nvSpPr>
        <p:spPr>
          <a:xfrm>
            <a:off x="671400" y="671400"/>
            <a:ext cx="6997320" cy="1455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4"/>
          <p:cNvSpPr txBox="1">
            <a:spLocks noGrp="1"/>
          </p:cNvSpPr>
          <p:nvPr>
            <p:ph type="body" idx="1"/>
          </p:nvPr>
        </p:nvSpPr>
        <p:spPr>
          <a:xfrm>
            <a:off x="671400" y="2381400"/>
            <a:ext cx="3414600" cy="20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body" idx="2"/>
          </p:nvPr>
        </p:nvSpPr>
        <p:spPr>
          <a:xfrm>
            <a:off x="4257000" y="2381400"/>
            <a:ext cx="3414600" cy="20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body" idx="3"/>
          </p:nvPr>
        </p:nvSpPr>
        <p:spPr>
          <a:xfrm>
            <a:off x="671400" y="4616280"/>
            <a:ext cx="3414600" cy="20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body" idx="4"/>
          </p:nvPr>
        </p:nvSpPr>
        <p:spPr>
          <a:xfrm>
            <a:off x="4257000" y="4616280"/>
            <a:ext cx="3414600" cy="20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5"/>
          <p:cNvSpPr txBox="1">
            <a:spLocks noGrp="1"/>
          </p:cNvSpPr>
          <p:nvPr>
            <p:ph type="title"/>
          </p:nvPr>
        </p:nvSpPr>
        <p:spPr>
          <a:xfrm>
            <a:off x="671400" y="671400"/>
            <a:ext cx="6997320" cy="1455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5"/>
          <p:cNvSpPr txBox="1">
            <a:spLocks noGrp="1"/>
          </p:cNvSpPr>
          <p:nvPr>
            <p:ph type="body" idx="1"/>
          </p:nvPr>
        </p:nvSpPr>
        <p:spPr>
          <a:xfrm>
            <a:off x="671400" y="2381400"/>
            <a:ext cx="2252880" cy="20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5"/>
          <p:cNvSpPr txBox="1">
            <a:spLocks noGrp="1"/>
          </p:cNvSpPr>
          <p:nvPr>
            <p:ph type="body" idx="2"/>
          </p:nvPr>
        </p:nvSpPr>
        <p:spPr>
          <a:xfrm>
            <a:off x="3037320" y="2381400"/>
            <a:ext cx="2252880" cy="20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body" idx="3"/>
          </p:nvPr>
        </p:nvSpPr>
        <p:spPr>
          <a:xfrm>
            <a:off x="5403240" y="2381400"/>
            <a:ext cx="2252880" cy="20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body" idx="4"/>
          </p:nvPr>
        </p:nvSpPr>
        <p:spPr>
          <a:xfrm>
            <a:off x="671400" y="4616280"/>
            <a:ext cx="2252880" cy="20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body" idx="5"/>
          </p:nvPr>
        </p:nvSpPr>
        <p:spPr>
          <a:xfrm>
            <a:off x="3037320" y="4616280"/>
            <a:ext cx="2252880" cy="20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body" idx="6"/>
          </p:nvPr>
        </p:nvSpPr>
        <p:spPr>
          <a:xfrm>
            <a:off x="5403240" y="4616280"/>
            <a:ext cx="2252880" cy="20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671400" y="671400"/>
            <a:ext cx="6997320" cy="1455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7"/>
          <p:cNvSpPr txBox="1">
            <a:spLocks noGrp="1"/>
          </p:cNvSpPr>
          <p:nvPr>
            <p:ph type="title"/>
          </p:nvPr>
        </p:nvSpPr>
        <p:spPr>
          <a:xfrm>
            <a:off x="671400" y="671400"/>
            <a:ext cx="6997320" cy="1455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7"/>
          <p:cNvSpPr txBox="1">
            <a:spLocks noGrp="1"/>
          </p:cNvSpPr>
          <p:nvPr>
            <p:ph type="subTitle" idx="1"/>
          </p:nvPr>
        </p:nvSpPr>
        <p:spPr>
          <a:xfrm>
            <a:off x="671400" y="2381400"/>
            <a:ext cx="6997320" cy="427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8"/>
          <p:cNvSpPr txBox="1">
            <a:spLocks noGrp="1"/>
          </p:cNvSpPr>
          <p:nvPr>
            <p:ph type="title"/>
          </p:nvPr>
        </p:nvSpPr>
        <p:spPr>
          <a:xfrm>
            <a:off x="671400" y="671400"/>
            <a:ext cx="6997320" cy="1455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8"/>
          <p:cNvSpPr txBox="1">
            <a:spLocks noGrp="1"/>
          </p:cNvSpPr>
          <p:nvPr>
            <p:ph type="body" idx="1"/>
          </p:nvPr>
        </p:nvSpPr>
        <p:spPr>
          <a:xfrm>
            <a:off x="671400" y="2381400"/>
            <a:ext cx="6997320" cy="427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9"/>
          <p:cNvSpPr txBox="1">
            <a:spLocks noGrp="1"/>
          </p:cNvSpPr>
          <p:nvPr>
            <p:ph type="title"/>
          </p:nvPr>
        </p:nvSpPr>
        <p:spPr>
          <a:xfrm>
            <a:off x="671400" y="671400"/>
            <a:ext cx="6997320" cy="1455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9"/>
          <p:cNvSpPr txBox="1">
            <a:spLocks noGrp="1"/>
          </p:cNvSpPr>
          <p:nvPr>
            <p:ph type="body" idx="1"/>
          </p:nvPr>
        </p:nvSpPr>
        <p:spPr>
          <a:xfrm>
            <a:off x="671400" y="2381400"/>
            <a:ext cx="3414600" cy="427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9"/>
          <p:cNvSpPr txBox="1">
            <a:spLocks noGrp="1"/>
          </p:cNvSpPr>
          <p:nvPr>
            <p:ph type="body" idx="2"/>
          </p:nvPr>
        </p:nvSpPr>
        <p:spPr>
          <a:xfrm>
            <a:off x="4257000" y="2381400"/>
            <a:ext cx="3414600" cy="427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0"/>
          <p:cNvSpPr txBox="1">
            <a:spLocks noGrp="1"/>
          </p:cNvSpPr>
          <p:nvPr>
            <p:ph type="subTitle" idx="1"/>
          </p:nvPr>
        </p:nvSpPr>
        <p:spPr>
          <a:xfrm>
            <a:off x="671400" y="671400"/>
            <a:ext cx="6997320" cy="67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1"/>
          <p:cNvSpPr txBox="1">
            <a:spLocks noGrp="1"/>
          </p:cNvSpPr>
          <p:nvPr>
            <p:ph type="title"/>
          </p:nvPr>
        </p:nvSpPr>
        <p:spPr>
          <a:xfrm>
            <a:off x="671400" y="671400"/>
            <a:ext cx="6997320" cy="1455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31"/>
          <p:cNvSpPr txBox="1">
            <a:spLocks noGrp="1"/>
          </p:cNvSpPr>
          <p:nvPr>
            <p:ph type="body" idx="1"/>
          </p:nvPr>
        </p:nvSpPr>
        <p:spPr>
          <a:xfrm>
            <a:off x="671400" y="2381400"/>
            <a:ext cx="3414600" cy="20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31"/>
          <p:cNvSpPr txBox="1">
            <a:spLocks noGrp="1"/>
          </p:cNvSpPr>
          <p:nvPr>
            <p:ph type="body" idx="2"/>
          </p:nvPr>
        </p:nvSpPr>
        <p:spPr>
          <a:xfrm>
            <a:off x="4257000" y="2381400"/>
            <a:ext cx="3414600" cy="427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31"/>
          <p:cNvSpPr txBox="1">
            <a:spLocks noGrp="1"/>
          </p:cNvSpPr>
          <p:nvPr>
            <p:ph type="body" idx="3"/>
          </p:nvPr>
        </p:nvSpPr>
        <p:spPr>
          <a:xfrm>
            <a:off x="671400" y="4616280"/>
            <a:ext cx="3414600" cy="20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2"/>
          <p:cNvSpPr txBox="1">
            <a:spLocks noGrp="1"/>
          </p:cNvSpPr>
          <p:nvPr>
            <p:ph type="title"/>
          </p:nvPr>
        </p:nvSpPr>
        <p:spPr>
          <a:xfrm>
            <a:off x="671400" y="671400"/>
            <a:ext cx="6997320" cy="1455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2"/>
          <p:cNvSpPr txBox="1">
            <a:spLocks noGrp="1"/>
          </p:cNvSpPr>
          <p:nvPr>
            <p:ph type="body" idx="1"/>
          </p:nvPr>
        </p:nvSpPr>
        <p:spPr>
          <a:xfrm>
            <a:off x="671400" y="2381400"/>
            <a:ext cx="3414600" cy="427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2"/>
          <p:cNvSpPr txBox="1">
            <a:spLocks noGrp="1"/>
          </p:cNvSpPr>
          <p:nvPr>
            <p:ph type="body" idx="2"/>
          </p:nvPr>
        </p:nvSpPr>
        <p:spPr>
          <a:xfrm>
            <a:off x="4257000" y="2381400"/>
            <a:ext cx="3414600" cy="20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32"/>
          <p:cNvSpPr txBox="1">
            <a:spLocks noGrp="1"/>
          </p:cNvSpPr>
          <p:nvPr>
            <p:ph type="body" idx="3"/>
          </p:nvPr>
        </p:nvSpPr>
        <p:spPr>
          <a:xfrm>
            <a:off x="4257000" y="4616280"/>
            <a:ext cx="3414600" cy="20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3"/>
          <p:cNvSpPr txBox="1">
            <a:spLocks noGrp="1"/>
          </p:cNvSpPr>
          <p:nvPr>
            <p:ph type="title"/>
          </p:nvPr>
        </p:nvSpPr>
        <p:spPr>
          <a:xfrm>
            <a:off x="671400" y="671400"/>
            <a:ext cx="6997320" cy="1455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33"/>
          <p:cNvSpPr txBox="1">
            <a:spLocks noGrp="1"/>
          </p:cNvSpPr>
          <p:nvPr>
            <p:ph type="body" idx="1"/>
          </p:nvPr>
        </p:nvSpPr>
        <p:spPr>
          <a:xfrm>
            <a:off x="671400" y="2381400"/>
            <a:ext cx="3414600" cy="20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33"/>
          <p:cNvSpPr txBox="1">
            <a:spLocks noGrp="1"/>
          </p:cNvSpPr>
          <p:nvPr>
            <p:ph type="body" idx="2"/>
          </p:nvPr>
        </p:nvSpPr>
        <p:spPr>
          <a:xfrm>
            <a:off x="4257000" y="2381400"/>
            <a:ext cx="3414600" cy="20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33"/>
          <p:cNvSpPr txBox="1">
            <a:spLocks noGrp="1"/>
          </p:cNvSpPr>
          <p:nvPr>
            <p:ph type="body" idx="3"/>
          </p:nvPr>
        </p:nvSpPr>
        <p:spPr>
          <a:xfrm>
            <a:off x="671400" y="4616280"/>
            <a:ext cx="6997320" cy="20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4"/>
          <p:cNvSpPr txBox="1">
            <a:spLocks noGrp="1"/>
          </p:cNvSpPr>
          <p:nvPr>
            <p:ph type="title"/>
          </p:nvPr>
        </p:nvSpPr>
        <p:spPr>
          <a:xfrm>
            <a:off x="671400" y="671400"/>
            <a:ext cx="6997320" cy="1455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34"/>
          <p:cNvSpPr txBox="1">
            <a:spLocks noGrp="1"/>
          </p:cNvSpPr>
          <p:nvPr>
            <p:ph type="body" idx="1"/>
          </p:nvPr>
        </p:nvSpPr>
        <p:spPr>
          <a:xfrm>
            <a:off x="671400" y="2381400"/>
            <a:ext cx="6997320" cy="20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34"/>
          <p:cNvSpPr txBox="1">
            <a:spLocks noGrp="1"/>
          </p:cNvSpPr>
          <p:nvPr>
            <p:ph type="body" idx="2"/>
          </p:nvPr>
        </p:nvSpPr>
        <p:spPr>
          <a:xfrm>
            <a:off x="671400" y="4616280"/>
            <a:ext cx="6997320" cy="20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5"/>
          <p:cNvSpPr txBox="1">
            <a:spLocks noGrp="1"/>
          </p:cNvSpPr>
          <p:nvPr>
            <p:ph type="title"/>
          </p:nvPr>
        </p:nvSpPr>
        <p:spPr>
          <a:xfrm>
            <a:off x="671400" y="671400"/>
            <a:ext cx="6997320" cy="1455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35"/>
          <p:cNvSpPr txBox="1">
            <a:spLocks noGrp="1"/>
          </p:cNvSpPr>
          <p:nvPr>
            <p:ph type="body" idx="1"/>
          </p:nvPr>
        </p:nvSpPr>
        <p:spPr>
          <a:xfrm>
            <a:off x="671400" y="2381400"/>
            <a:ext cx="3414600" cy="20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35"/>
          <p:cNvSpPr txBox="1">
            <a:spLocks noGrp="1"/>
          </p:cNvSpPr>
          <p:nvPr>
            <p:ph type="body" idx="2"/>
          </p:nvPr>
        </p:nvSpPr>
        <p:spPr>
          <a:xfrm>
            <a:off x="4257000" y="2381400"/>
            <a:ext cx="3414600" cy="20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35"/>
          <p:cNvSpPr txBox="1">
            <a:spLocks noGrp="1"/>
          </p:cNvSpPr>
          <p:nvPr>
            <p:ph type="body" idx="3"/>
          </p:nvPr>
        </p:nvSpPr>
        <p:spPr>
          <a:xfrm>
            <a:off x="671400" y="4616280"/>
            <a:ext cx="3414600" cy="20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35"/>
          <p:cNvSpPr txBox="1">
            <a:spLocks noGrp="1"/>
          </p:cNvSpPr>
          <p:nvPr>
            <p:ph type="body" idx="4"/>
          </p:nvPr>
        </p:nvSpPr>
        <p:spPr>
          <a:xfrm>
            <a:off x="4257000" y="4616280"/>
            <a:ext cx="3414600" cy="20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6"/>
          <p:cNvSpPr txBox="1">
            <a:spLocks noGrp="1"/>
          </p:cNvSpPr>
          <p:nvPr>
            <p:ph type="title"/>
          </p:nvPr>
        </p:nvSpPr>
        <p:spPr>
          <a:xfrm>
            <a:off x="671400" y="671400"/>
            <a:ext cx="6997320" cy="1455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36"/>
          <p:cNvSpPr txBox="1">
            <a:spLocks noGrp="1"/>
          </p:cNvSpPr>
          <p:nvPr>
            <p:ph type="body" idx="1"/>
          </p:nvPr>
        </p:nvSpPr>
        <p:spPr>
          <a:xfrm>
            <a:off x="671400" y="2381400"/>
            <a:ext cx="2252880" cy="20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36"/>
          <p:cNvSpPr txBox="1">
            <a:spLocks noGrp="1"/>
          </p:cNvSpPr>
          <p:nvPr>
            <p:ph type="body" idx="2"/>
          </p:nvPr>
        </p:nvSpPr>
        <p:spPr>
          <a:xfrm>
            <a:off x="3037320" y="2381400"/>
            <a:ext cx="2252880" cy="20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6"/>
          <p:cNvSpPr txBox="1">
            <a:spLocks noGrp="1"/>
          </p:cNvSpPr>
          <p:nvPr>
            <p:ph type="body" idx="3"/>
          </p:nvPr>
        </p:nvSpPr>
        <p:spPr>
          <a:xfrm>
            <a:off x="5403240" y="2381400"/>
            <a:ext cx="2252880" cy="20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36"/>
          <p:cNvSpPr txBox="1">
            <a:spLocks noGrp="1"/>
          </p:cNvSpPr>
          <p:nvPr>
            <p:ph type="body" idx="4"/>
          </p:nvPr>
        </p:nvSpPr>
        <p:spPr>
          <a:xfrm>
            <a:off x="671400" y="4616280"/>
            <a:ext cx="2252880" cy="20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36"/>
          <p:cNvSpPr txBox="1">
            <a:spLocks noGrp="1"/>
          </p:cNvSpPr>
          <p:nvPr>
            <p:ph type="body" idx="5"/>
          </p:nvPr>
        </p:nvSpPr>
        <p:spPr>
          <a:xfrm>
            <a:off x="3037320" y="4616280"/>
            <a:ext cx="2252880" cy="20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36"/>
          <p:cNvSpPr txBox="1">
            <a:spLocks noGrp="1"/>
          </p:cNvSpPr>
          <p:nvPr>
            <p:ph type="body" idx="6"/>
          </p:nvPr>
        </p:nvSpPr>
        <p:spPr>
          <a:xfrm>
            <a:off x="5403240" y="4616280"/>
            <a:ext cx="2252880" cy="20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1"/>
          <p:cNvGrpSpPr/>
          <p:nvPr/>
        </p:nvGrpSpPr>
        <p:grpSpPr>
          <a:xfrm>
            <a:off x="-9360" y="-9360"/>
            <a:ext cx="10110240" cy="10526040"/>
            <a:chOff x="-9360" y="-9360"/>
            <a:chExt cx="10110240" cy="10526040"/>
          </a:xfrm>
        </p:grpSpPr>
        <p:sp>
          <p:nvSpPr>
            <p:cNvPr id="11" name="Google Shape;11;p11"/>
            <p:cNvSpPr/>
            <p:nvPr/>
          </p:nvSpPr>
          <p:spPr>
            <a:xfrm>
              <a:off x="-9360" y="4424400"/>
              <a:ext cx="504360" cy="3144600"/>
            </a:xfrm>
            <a:custGeom>
              <a:avLst/>
              <a:gdLst/>
              <a:ahLst/>
              <a:cxnLst/>
              <a:rect l="l" t="t" r="r" b="b"/>
              <a:pathLst>
                <a:path w="457200" h="2853267" extrusionOk="0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rgbClr val="5FCBEF">
                <a:alpha val="69803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11"/>
            <p:cNvSpPr/>
            <p:nvPr/>
          </p:nvSpPr>
          <p:spPr>
            <a:xfrm rot="10800000" flipH="1">
              <a:off x="5654520" y="7559640"/>
              <a:ext cx="4433400" cy="295704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9525" cap="flat" cmpd="sng">
              <a:solidFill>
                <a:srgbClr val="5FCBEF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3" name="Google Shape;13;p11"/>
            <p:cNvSpPr/>
            <p:nvPr/>
          </p:nvSpPr>
          <p:spPr>
            <a:xfrm>
              <a:off x="7764480" y="0"/>
              <a:ext cx="1342800" cy="755928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9525" cap="flat" cmpd="sng">
              <a:solidFill>
                <a:srgbClr val="5FCBEF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4" name="Google Shape;14;p11"/>
            <p:cNvSpPr/>
            <p:nvPr/>
          </p:nvSpPr>
          <p:spPr>
            <a:xfrm>
              <a:off x="7597800" y="0"/>
              <a:ext cx="2501640" cy="7569000"/>
            </a:xfrm>
            <a:custGeom>
              <a:avLst/>
              <a:gdLst/>
              <a:ahLst/>
              <a:cxnLst/>
              <a:rect l="l" t="t" r="r" b="b"/>
              <a:pathLst>
                <a:path w="2269442" h="6866466" extrusionOk="0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rgbClr val="5FCBEF">
                <a:alpha val="35686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11"/>
            <p:cNvSpPr/>
            <p:nvPr/>
          </p:nvSpPr>
          <p:spPr>
            <a:xfrm>
              <a:off x="7942320" y="-9360"/>
              <a:ext cx="2147400" cy="7569000"/>
            </a:xfrm>
            <a:custGeom>
              <a:avLst/>
              <a:gdLst/>
              <a:ahLst/>
              <a:cxnLst/>
              <a:rect l="l" t="t" r="r" b="b"/>
              <a:pathLst>
                <a:path w="1948147" h="6866467" extrusionOk="0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2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11"/>
            <p:cNvSpPr/>
            <p:nvPr/>
          </p:nvSpPr>
          <p:spPr>
            <a:xfrm>
              <a:off x="7318440" y="4321080"/>
              <a:ext cx="2769840" cy="3238200"/>
            </a:xfrm>
            <a:custGeom>
              <a:avLst/>
              <a:gdLst/>
              <a:ahLst/>
              <a:cxnLst/>
              <a:rect l="l" t="t" r="r" b="b"/>
              <a:pathLst>
                <a:path w="3259667" h="3810000" extrusionOk="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rgbClr val="16B0E3">
                <a:alpha val="6588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11"/>
            <p:cNvSpPr/>
            <p:nvPr/>
          </p:nvSpPr>
          <p:spPr>
            <a:xfrm>
              <a:off x="7728120" y="-9360"/>
              <a:ext cx="2361960" cy="7569000"/>
            </a:xfrm>
            <a:custGeom>
              <a:avLst/>
              <a:gdLst/>
              <a:ahLst/>
              <a:cxnLst/>
              <a:rect l="l" t="t" r="r" b="b"/>
              <a:pathLst>
                <a:path w="2853267" h="6866467" extrusionOk="0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B0E3">
                <a:alpha val="49803"/>
              </a:srgbClr>
            </a:solidFill>
            <a:ln>
              <a:noFill/>
            </a:ln>
          </p:spPr>
        </p:sp>
        <p:sp>
          <p:nvSpPr>
            <p:cNvPr id="18" name="Google Shape;18;p11"/>
            <p:cNvSpPr/>
            <p:nvPr/>
          </p:nvSpPr>
          <p:spPr>
            <a:xfrm>
              <a:off x="9145440" y="-9360"/>
              <a:ext cx="944280" cy="7569000"/>
            </a:xfrm>
            <a:custGeom>
              <a:avLst/>
              <a:gdLst/>
              <a:ahLst/>
              <a:cxnLst/>
              <a:rect l="l" t="t" r="r" b="b"/>
              <a:pathLst>
                <a:path w="1286933" h="6866467" extrusionOk="0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rgbClr val="2E83C3">
                <a:alpha val="69803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11"/>
            <p:cNvSpPr/>
            <p:nvPr/>
          </p:nvSpPr>
          <p:spPr>
            <a:xfrm>
              <a:off x="8923320" y="-9360"/>
              <a:ext cx="1176120" cy="7569000"/>
            </a:xfrm>
            <a:custGeom>
              <a:avLst/>
              <a:gdLst/>
              <a:ahLst/>
              <a:cxnLst/>
              <a:rect l="l" t="t" r="r" b="b"/>
              <a:pathLst>
                <a:path w="1270244" h="6866467" extrusionOk="0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226292">
                <a:alpha val="819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11"/>
            <p:cNvSpPr/>
            <p:nvPr/>
          </p:nvSpPr>
          <p:spPr>
            <a:xfrm>
              <a:off x="8894880" y="5394240"/>
              <a:ext cx="1206000" cy="2165040"/>
            </a:xfrm>
            <a:custGeom>
              <a:avLst/>
              <a:gdLst/>
              <a:ahLst/>
              <a:cxnLst/>
              <a:rect l="l" t="t" r="r" b="b"/>
              <a:pathLst>
                <a:path w="1820333" h="3268133" extrusionOk="0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rgbClr val="16B0E3">
                <a:alpha val="6588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11"/>
          <p:cNvSpPr txBox="1">
            <a:spLocks noGrp="1"/>
          </p:cNvSpPr>
          <p:nvPr>
            <p:ph type="title"/>
          </p:nvPr>
        </p:nvSpPr>
        <p:spPr>
          <a:xfrm>
            <a:off x="671400" y="671400"/>
            <a:ext cx="6997320" cy="1455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22" name="Google Shape;22;p11"/>
          <p:cNvSpPr txBox="1">
            <a:spLocks noGrp="1"/>
          </p:cNvSpPr>
          <p:nvPr>
            <p:ph type="body" idx="1"/>
          </p:nvPr>
        </p:nvSpPr>
        <p:spPr>
          <a:xfrm>
            <a:off x="671400" y="2381400"/>
            <a:ext cx="6997320" cy="427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23" name="Google Shape;23;p11"/>
          <p:cNvSpPr txBox="1">
            <a:spLocks noGrp="1"/>
          </p:cNvSpPr>
          <p:nvPr>
            <p:ph type="dt" idx="10"/>
          </p:nvPr>
        </p:nvSpPr>
        <p:spPr>
          <a:xfrm>
            <a:off x="5959440" y="6659640"/>
            <a:ext cx="753840" cy="4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ftr" idx="11"/>
          </p:nvPr>
        </p:nvSpPr>
        <p:spPr>
          <a:xfrm>
            <a:off x="671400" y="6659640"/>
            <a:ext cx="5097240" cy="4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25" name="Google Shape;25;p11"/>
          <p:cNvSpPr txBox="1">
            <a:spLocks noGrp="1"/>
          </p:cNvSpPr>
          <p:nvPr>
            <p:ph type="sldNum" idx="12"/>
          </p:nvPr>
        </p:nvSpPr>
        <p:spPr>
          <a:xfrm>
            <a:off x="7104240" y="6659640"/>
            <a:ext cx="564840" cy="4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None/>
              <a:defRPr sz="900" b="0" i="0" u="none" strike="noStrike" cap="none">
                <a:solidFill>
                  <a:srgbClr val="5FCBE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None/>
              <a:defRPr sz="900" b="0" i="0" u="none" strike="noStrike" cap="none">
                <a:solidFill>
                  <a:srgbClr val="5FCBE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None/>
              <a:defRPr sz="900" b="0" i="0" u="none" strike="noStrike" cap="none">
                <a:solidFill>
                  <a:srgbClr val="5FCBE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None/>
              <a:defRPr sz="900" b="0" i="0" u="none" strike="noStrike" cap="none">
                <a:solidFill>
                  <a:srgbClr val="5FCBE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None/>
              <a:defRPr sz="900" b="0" i="0" u="none" strike="noStrike" cap="none">
                <a:solidFill>
                  <a:srgbClr val="5FCBE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None/>
              <a:defRPr sz="900" b="0" i="0" u="none" strike="noStrike" cap="none">
                <a:solidFill>
                  <a:srgbClr val="5FCBE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None/>
              <a:defRPr sz="900" b="0" i="0" u="none" strike="noStrike" cap="none">
                <a:solidFill>
                  <a:srgbClr val="5FCBE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None/>
              <a:defRPr sz="900" b="0" i="0" u="none" strike="noStrike" cap="none">
                <a:solidFill>
                  <a:srgbClr val="5FCBE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None/>
              <a:defRPr sz="900" b="0" i="0" u="none" strike="noStrike" cap="none">
                <a:solidFill>
                  <a:srgbClr val="5FCBE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13"/>
          <p:cNvGrpSpPr/>
          <p:nvPr/>
        </p:nvGrpSpPr>
        <p:grpSpPr>
          <a:xfrm>
            <a:off x="-9360" y="-9360"/>
            <a:ext cx="10110240" cy="10526040"/>
            <a:chOff x="-9360" y="-9360"/>
            <a:chExt cx="10110240" cy="10526040"/>
          </a:xfrm>
        </p:grpSpPr>
        <p:sp>
          <p:nvSpPr>
            <p:cNvPr id="76" name="Google Shape;76;p13"/>
            <p:cNvSpPr/>
            <p:nvPr/>
          </p:nvSpPr>
          <p:spPr>
            <a:xfrm>
              <a:off x="-9360" y="4424400"/>
              <a:ext cx="504360" cy="3144600"/>
            </a:xfrm>
            <a:custGeom>
              <a:avLst/>
              <a:gdLst/>
              <a:ahLst/>
              <a:cxnLst/>
              <a:rect l="l" t="t" r="r" b="b"/>
              <a:pathLst>
                <a:path w="457200" h="2853267" extrusionOk="0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rgbClr val="5FCBEF">
                <a:alpha val="69803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3"/>
            <p:cNvSpPr/>
            <p:nvPr/>
          </p:nvSpPr>
          <p:spPr>
            <a:xfrm rot="10800000" flipH="1">
              <a:off x="5654520" y="7559640"/>
              <a:ext cx="4433400" cy="295704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9525" cap="flat" cmpd="sng">
              <a:solidFill>
                <a:srgbClr val="5FCBEF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78" name="Google Shape;78;p13"/>
            <p:cNvSpPr/>
            <p:nvPr/>
          </p:nvSpPr>
          <p:spPr>
            <a:xfrm>
              <a:off x="7764480" y="0"/>
              <a:ext cx="1342800" cy="755928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9525" cap="flat" cmpd="sng">
              <a:solidFill>
                <a:srgbClr val="5FCBEF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79" name="Google Shape;79;p13"/>
            <p:cNvSpPr/>
            <p:nvPr/>
          </p:nvSpPr>
          <p:spPr>
            <a:xfrm>
              <a:off x="7597800" y="0"/>
              <a:ext cx="2501640" cy="7569000"/>
            </a:xfrm>
            <a:custGeom>
              <a:avLst/>
              <a:gdLst/>
              <a:ahLst/>
              <a:cxnLst/>
              <a:rect l="l" t="t" r="r" b="b"/>
              <a:pathLst>
                <a:path w="2269442" h="6866466" extrusionOk="0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rgbClr val="5FCBEF">
                <a:alpha val="35686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3"/>
            <p:cNvSpPr/>
            <p:nvPr/>
          </p:nvSpPr>
          <p:spPr>
            <a:xfrm>
              <a:off x="7942320" y="-9360"/>
              <a:ext cx="2147400" cy="7569000"/>
            </a:xfrm>
            <a:custGeom>
              <a:avLst/>
              <a:gdLst/>
              <a:ahLst/>
              <a:cxnLst/>
              <a:rect l="l" t="t" r="r" b="b"/>
              <a:pathLst>
                <a:path w="1948147" h="6866467" extrusionOk="0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2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3"/>
            <p:cNvSpPr/>
            <p:nvPr/>
          </p:nvSpPr>
          <p:spPr>
            <a:xfrm>
              <a:off x="7318440" y="4321080"/>
              <a:ext cx="2769840" cy="3238200"/>
            </a:xfrm>
            <a:custGeom>
              <a:avLst/>
              <a:gdLst/>
              <a:ahLst/>
              <a:cxnLst/>
              <a:rect l="l" t="t" r="r" b="b"/>
              <a:pathLst>
                <a:path w="3259667" h="3810000" extrusionOk="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rgbClr val="16B0E3">
                <a:alpha val="6588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3"/>
            <p:cNvSpPr/>
            <p:nvPr/>
          </p:nvSpPr>
          <p:spPr>
            <a:xfrm>
              <a:off x="7728120" y="-9360"/>
              <a:ext cx="2361960" cy="7569000"/>
            </a:xfrm>
            <a:custGeom>
              <a:avLst/>
              <a:gdLst/>
              <a:ahLst/>
              <a:cxnLst/>
              <a:rect l="l" t="t" r="r" b="b"/>
              <a:pathLst>
                <a:path w="2853267" h="6866467" extrusionOk="0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B0E3">
                <a:alpha val="49803"/>
              </a:srgbClr>
            </a:solidFill>
            <a:ln>
              <a:noFill/>
            </a:ln>
          </p:spPr>
        </p:sp>
        <p:sp>
          <p:nvSpPr>
            <p:cNvPr id="83" name="Google Shape;83;p13"/>
            <p:cNvSpPr/>
            <p:nvPr/>
          </p:nvSpPr>
          <p:spPr>
            <a:xfrm>
              <a:off x="9145440" y="-9360"/>
              <a:ext cx="944280" cy="7569000"/>
            </a:xfrm>
            <a:custGeom>
              <a:avLst/>
              <a:gdLst/>
              <a:ahLst/>
              <a:cxnLst/>
              <a:rect l="l" t="t" r="r" b="b"/>
              <a:pathLst>
                <a:path w="1286933" h="6866467" extrusionOk="0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rgbClr val="2E83C3">
                <a:alpha val="69803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3"/>
            <p:cNvSpPr/>
            <p:nvPr/>
          </p:nvSpPr>
          <p:spPr>
            <a:xfrm>
              <a:off x="8923320" y="-9360"/>
              <a:ext cx="1176120" cy="7569000"/>
            </a:xfrm>
            <a:custGeom>
              <a:avLst/>
              <a:gdLst/>
              <a:ahLst/>
              <a:cxnLst/>
              <a:rect l="l" t="t" r="r" b="b"/>
              <a:pathLst>
                <a:path w="1270244" h="6866467" extrusionOk="0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226292">
                <a:alpha val="819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8894880" y="5394240"/>
              <a:ext cx="1206000" cy="2165040"/>
            </a:xfrm>
            <a:custGeom>
              <a:avLst/>
              <a:gdLst/>
              <a:ahLst/>
              <a:cxnLst/>
              <a:rect l="l" t="t" r="r" b="b"/>
              <a:pathLst>
                <a:path w="1820333" h="3268133" extrusionOk="0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rgbClr val="16B0E3">
                <a:alpha val="6588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" name="Google Shape;86;p13"/>
          <p:cNvSpPr txBox="1">
            <a:spLocks noGrp="1"/>
          </p:cNvSpPr>
          <p:nvPr>
            <p:ph type="title"/>
          </p:nvPr>
        </p:nvSpPr>
        <p:spPr>
          <a:xfrm>
            <a:off x="672120" y="672120"/>
            <a:ext cx="6997680" cy="1455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dt" idx="10"/>
          </p:nvPr>
        </p:nvSpPr>
        <p:spPr>
          <a:xfrm>
            <a:off x="5959440" y="6659640"/>
            <a:ext cx="753840" cy="4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ftr" idx="11"/>
          </p:nvPr>
        </p:nvSpPr>
        <p:spPr>
          <a:xfrm>
            <a:off x="671400" y="6659640"/>
            <a:ext cx="5097240" cy="4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ldNum" idx="12"/>
          </p:nvPr>
        </p:nvSpPr>
        <p:spPr>
          <a:xfrm>
            <a:off x="7104240" y="6659640"/>
            <a:ext cx="564840" cy="4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None/>
              <a:defRPr sz="900" b="0" strike="noStrike">
                <a:solidFill>
                  <a:srgbClr val="5FCBE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None/>
              <a:defRPr sz="900" b="0" strike="noStrike">
                <a:solidFill>
                  <a:srgbClr val="5FCBE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None/>
              <a:defRPr sz="900" b="0" strike="noStrike">
                <a:solidFill>
                  <a:srgbClr val="5FCBE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None/>
              <a:defRPr sz="900" b="0" strike="noStrike">
                <a:solidFill>
                  <a:srgbClr val="5FCBE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None/>
              <a:defRPr sz="900" b="0" strike="noStrike">
                <a:solidFill>
                  <a:srgbClr val="5FCBE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None/>
              <a:defRPr sz="900" b="0" strike="noStrike">
                <a:solidFill>
                  <a:srgbClr val="5FCBE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None/>
              <a:defRPr sz="900" b="0" strike="noStrike">
                <a:solidFill>
                  <a:srgbClr val="5FCBE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None/>
              <a:defRPr sz="900" b="0" strike="noStrike">
                <a:solidFill>
                  <a:srgbClr val="5FCBE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None/>
              <a:defRPr sz="900" b="0" strike="noStrike">
                <a:solidFill>
                  <a:srgbClr val="5FCBE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3"/>
          <p:cNvSpPr txBox="1">
            <a:spLocks noGrp="1"/>
          </p:cNvSpPr>
          <p:nvPr>
            <p:ph type="body" idx="1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"/>
          <p:cNvSpPr/>
          <p:nvPr/>
        </p:nvSpPr>
        <p:spPr>
          <a:xfrm>
            <a:off x="503280" y="1768320"/>
            <a:ext cx="9070560" cy="5466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36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Contributing To Message Slack </a:t>
            </a:r>
            <a:endParaRPr sz="3600" b="1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32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members</a:t>
            </a:r>
            <a:endParaRPr sz="32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Swayam Shah</a:t>
            </a:r>
            <a:endParaRPr sz="320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Rahul Sharma</a:t>
            </a:r>
            <a:endParaRPr sz="320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Nitin Vishwakarma</a:t>
            </a:r>
            <a:endParaRPr sz="320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Hamza Shaikh</a:t>
            </a:r>
            <a:endParaRPr sz="320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Guide: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Ms. Jayshree Jha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"/>
          <p:cNvSpPr/>
          <p:nvPr/>
        </p:nvSpPr>
        <p:spPr>
          <a:xfrm>
            <a:off x="0" y="1743120"/>
            <a:ext cx="10080360" cy="36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55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dist="25560" dir="5400000">
              <a:srgbClr val="000000">
                <a:alpha val="34901"/>
              </a:srgbClr>
            </a:outerShdw>
          </a:effectLst>
        </p:spPr>
      </p:sp>
      <p:pic>
        <p:nvPicPr>
          <p:cNvPr id="146" name="Google Shape;146;p1"/>
          <p:cNvPicPr preferRelativeResize="0"/>
          <p:nvPr/>
        </p:nvPicPr>
        <p:blipFill rotWithShape="1">
          <a:blip r:embed="rId3">
            <a:alphaModFix/>
          </a:blip>
          <a:srcRect t="-15700" b="15700"/>
          <a:stretch/>
        </p:blipFill>
        <p:spPr>
          <a:xfrm>
            <a:off x="472320" y="116280"/>
            <a:ext cx="9132120" cy="14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"/>
          <p:cNvSpPr/>
          <p:nvPr/>
        </p:nvSpPr>
        <p:spPr>
          <a:xfrm>
            <a:off x="504720" y="144360"/>
            <a:ext cx="9070560" cy="1056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Contents</a:t>
            </a:r>
            <a:endParaRPr sz="36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"/>
          <p:cNvSpPr/>
          <p:nvPr/>
        </p:nvSpPr>
        <p:spPr>
          <a:xfrm>
            <a:off x="504720" y="1215720"/>
            <a:ext cx="9322920" cy="55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225" rIns="0" bIns="0" anchor="t" anchorCtr="0">
            <a:noAutofit/>
          </a:bodyPr>
          <a:lstStyle/>
          <a:p>
            <a:pPr marL="430200" marR="0" lvl="0" indent="-32184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</a:pPr>
            <a:r>
              <a:rPr lang="en-IN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24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430200" marR="0" lvl="0" indent="-321840" algn="l" rtl="0">
              <a:lnSpc>
                <a:spcPct val="100000"/>
              </a:lnSpc>
              <a:spcBef>
                <a:spcPts val="1412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</a:pPr>
            <a:r>
              <a:rPr lang="en-IN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About Software</a:t>
            </a:r>
            <a:endParaRPr sz="24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430200" marR="0" lvl="0" indent="-321840" algn="l" rtl="0">
              <a:lnSpc>
                <a:spcPct val="100000"/>
              </a:lnSpc>
              <a:spcBef>
                <a:spcPts val="1412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</a:pPr>
            <a:r>
              <a:rPr lang="en-IN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Licensing</a:t>
            </a:r>
            <a:endParaRPr sz="24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430200" marR="0" lvl="0" indent="-321840" algn="l" rtl="0">
              <a:lnSpc>
                <a:spcPct val="100000"/>
              </a:lnSpc>
              <a:spcBef>
                <a:spcPts val="1412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</a:pPr>
            <a:r>
              <a:rPr lang="en-IN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the issue?</a:t>
            </a:r>
            <a:endParaRPr sz="24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430200" marR="0" lvl="0" indent="-321840" algn="l" rtl="0">
              <a:lnSpc>
                <a:spcPct val="100000"/>
              </a:lnSpc>
              <a:spcBef>
                <a:spcPts val="1412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</a:pPr>
            <a:r>
              <a:rPr lang="en-IN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solution</a:t>
            </a:r>
            <a:endParaRPr sz="24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430200" marR="0" lvl="0" indent="-321840" algn="l" rtl="0">
              <a:lnSpc>
                <a:spcPct val="100000"/>
              </a:lnSpc>
              <a:spcBef>
                <a:spcPts val="1412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</a:pPr>
            <a:r>
              <a:rPr lang="en-IN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Contribution </a:t>
            </a:r>
          </a:p>
          <a:p>
            <a:pPr marL="430200" marR="0" lvl="0" indent="-321840" algn="l" rtl="0">
              <a:lnSpc>
                <a:spcPct val="100000"/>
              </a:lnSpc>
              <a:spcBef>
                <a:spcPts val="1412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</a:pPr>
            <a:r>
              <a:rPr lang="en-IN" sz="2400" dirty="0">
                <a:latin typeface="Times New Roman"/>
                <a:cs typeface="Times New Roman"/>
                <a:sym typeface="Times New Roman"/>
              </a:rPr>
              <a:t>Result and Implementation</a:t>
            </a:r>
          </a:p>
          <a:p>
            <a:pPr marL="430200" marR="0" lvl="0" indent="-321840" algn="l" rtl="0">
              <a:lnSpc>
                <a:spcPct val="100000"/>
              </a:lnSpc>
              <a:spcBef>
                <a:spcPts val="1412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</a:pPr>
            <a:r>
              <a:rPr lang="en-IN" sz="2400" b="0" i="0" u="none" strike="noStrike" cap="none" dirty="0">
                <a:latin typeface="Times New Roman"/>
                <a:ea typeface="Arial"/>
                <a:cs typeface="Times New Roman"/>
                <a:sym typeface="Times New Roman"/>
              </a:rPr>
              <a:t>References</a:t>
            </a:r>
            <a:endParaRPr sz="24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"/>
          <p:cNvSpPr/>
          <p:nvPr/>
        </p:nvSpPr>
        <p:spPr>
          <a:xfrm>
            <a:off x="503280" y="301680"/>
            <a:ext cx="9070560" cy="12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Problem Statement</a:t>
            </a:r>
            <a:endParaRPr sz="36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3"/>
          <p:cNvSpPr/>
          <p:nvPr/>
        </p:nvSpPr>
        <p:spPr>
          <a:xfrm>
            <a:off x="331200" y="1768320"/>
            <a:ext cx="9070920" cy="43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3"/>
          <p:cNvSpPr txBox="1"/>
          <p:nvPr/>
        </p:nvSpPr>
        <p:spPr>
          <a:xfrm>
            <a:off x="648000" y="1440000"/>
            <a:ext cx="7056000" cy="2508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00" b="0" i="0" u="none" strike="noStrike" cap="none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In today’s digital era, effective communication is essential—especially within teams and organizations. While Slack provides robust messaging features, there’s often a need for lightweight, customizable alternatives for internal communication or educational purposes.</a:t>
            </a:r>
            <a:endParaRPr sz="2500" b="0" strike="noStrike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"/>
          <p:cNvSpPr/>
          <p:nvPr/>
        </p:nvSpPr>
        <p:spPr>
          <a:xfrm>
            <a:off x="503280" y="301680"/>
            <a:ext cx="9070560" cy="12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b="1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About Software</a:t>
            </a:r>
            <a:endParaRPr sz="36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503280" y="1768320"/>
            <a:ext cx="9070920" cy="498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4"/>
          <p:cNvSpPr txBox="1"/>
          <p:nvPr/>
        </p:nvSpPr>
        <p:spPr>
          <a:xfrm>
            <a:off x="720000" y="1440000"/>
            <a:ext cx="7272000" cy="3788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strike="noStrike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Message-Slack is a basic Slack-like messaging application that demonstrates the core functionalities of real-time communication. It likely involves:</a:t>
            </a:r>
            <a:endParaRPr sz="1800" b="0" strike="noStrike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strike="noStrike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   </a:t>
            </a:r>
            <a:r>
              <a:rPr lang="en-IN" sz="1800" b="0" strike="noStrike" dirty="0" err="1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i</a:t>
            </a:r>
            <a:r>
              <a:rPr lang="en-IN" sz="1800" b="0" strike="noStrike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) Message posting</a:t>
            </a:r>
            <a:endParaRPr sz="1800" b="0" strike="noStrike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strike="noStrike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  ii) Channel or group support</a:t>
            </a:r>
            <a:endParaRPr sz="1800" b="0" strike="noStrike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strike="noStrike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 iii) User authentication or identification</a:t>
            </a:r>
            <a:endParaRPr sz="1800" b="0" strike="noStrike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strike="noStrike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 iv) Backend to handle messages (e.g., Node.js, Express, etc.)</a:t>
            </a:r>
            <a:endParaRPr sz="1800" b="0" strike="noStrike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strike="noStrike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  v) Frontend UI for interaction</a:t>
            </a:r>
            <a:endParaRPr sz="1800" b="0" strike="noStrike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"/>
          <p:cNvSpPr/>
          <p:nvPr/>
        </p:nvSpPr>
        <p:spPr>
          <a:xfrm>
            <a:off x="503280" y="301680"/>
            <a:ext cx="9070560" cy="12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b="1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Licensing</a:t>
            </a:r>
            <a:endParaRPr sz="36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503280" y="1563840"/>
            <a:ext cx="7414348" cy="524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225" rIns="0" bIns="0" anchor="t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0" strike="noStrik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The project has an MIT License.</a:t>
            </a:r>
            <a:endParaRPr sz="2000" b="0" strike="noStrike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en-IN" sz="2000" b="0" strike="noStrik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The MIT License is a permissive free software license originating at the Massachusetts Institute of Technology(MIT) in the late 1980s.</a:t>
            </a:r>
            <a:endParaRPr sz="2000" b="0" strike="noStrike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en-IN" sz="2000" b="0" strike="noStrik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As a permissive license, it puts only very limited restrictions on reuse and has high license compatibility.</a:t>
            </a:r>
            <a:endParaRPr sz="2000" b="0" strike="noStrike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601"/>
              </a:spcBef>
              <a:spcAft>
                <a:spcPts val="0"/>
              </a:spcAft>
              <a:buNone/>
            </a:pPr>
            <a:endParaRPr sz="2000" b="0" strike="noStrike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45720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strike="noStrike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"/>
          <p:cNvSpPr/>
          <p:nvPr/>
        </p:nvSpPr>
        <p:spPr>
          <a:xfrm>
            <a:off x="503280" y="232920"/>
            <a:ext cx="9070500" cy="12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b="1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What is the issue</a:t>
            </a:r>
            <a:endParaRPr sz="3600" b="0" strike="noStrik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503280" y="1563840"/>
            <a:ext cx="9070560" cy="524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225" rIns="0" bIns="0" anchor="t" anchorCtr="0">
            <a:noAutofit/>
          </a:bodyPr>
          <a:lstStyle/>
          <a:p>
            <a:pPr marL="457200" marR="0" lvl="0" indent="-38052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Symbols"/>
              <a:buAutoNum type="arabicPeriod"/>
            </a:pPr>
            <a:r>
              <a:rPr lang="en-IN" sz="2200" b="0" strike="noStrik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To integrate Notification feature.</a:t>
            </a:r>
            <a:endParaRPr sz="2200" b="0" strike="noStrike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457200" marR="0" lvl="0" indent="-36792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Symbols"/>
              <a:buAutoNum type="arabicPeriod"/>
            </a:pPr>
            <a:r>
              <a:rPr lang="en-IN" sz="2200" b="0" strike="noStrik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To show how many users are currently active on platform. </a:t>
            </a:r>
            <a:endParaRPr sz="2200" b="0" strike="noStrike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457200" marR="0" lvl="0" indent="-36792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Symbols"/>
              <a:buAutoNum type="arabicPeriod"/>
            </a:pPr>
            <a:r>
              <a:rPr lang="en-IN" sz="2200" b="0" strike="noStrik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To send Direct Message to a user.</a:t>
            </a:r>
            <a:endParaRPr sz="2200" b="0" strike="noStrike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457200" marR="0" lvl="0" indent="-36792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Symbols"/>
              <a:buAutoNum type="arabicPeriod"/>
            </a:pPr>
            <a:r>
              <a:rPr lang="en-IN" sz="2200" b="0" strike="noStrik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To show currently typing user.</a:t>
            </a:r>
            <a:endParaRPr sz="2200" b="0" strike="noStrike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0" strike="noStrike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10800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0" strike="noStrike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10800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0" strike="noStrike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"/>
          <p:cNvSpPr/>
          <p:nvPr/>
        </p:nvSpPr>
        <p:spPr>
          <a:xfrm>
            <a:off x="503280" y="232920"/>
            <a:ext cx="9070560" cy="12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b="1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Proposed Solution</a:t>
            </a:r>
            <a:endParaRPr sz="36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524796" y="1563840"/>
            <a:ext cx="9070560" cy="524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225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None/>
            </a:pPr>
            <a:endParaRPr sz="1800" b="0" strike="noStrike">
              <a:latin typeface="Arial"/>
              <a:ea typeface="Arial"/>
              <a:cs typeface="Arial"/>
              <a:sym typeface="Arial"/>
            </a:endParaRPr>
          </a:p>
          <a:p>
            <a:pPr marL="1371600" marR="0" lvl="0" indent="0" algn="just" rtl="0">
              <a:lnSpc>
                <a:spcPct val="150000"/>
              </a:lnSpc>
              <a:spcBef>
                <a:spcPts val="1199"/>
              </a:spcBef>
              <a:spcAft>
                <a:spcPts val="0"/>
              </a:spcAft>
              <a:buNone/>
            </a:pPr>
            <a:endParaRPr sz="18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7"/>
          <p:cNvSpPr txBox="1"/>
          <p:nvPr/>
        </p:nvSpPr>
        <p:spPr>
          <a:xfrm>
            <a:off x="536400" y="1396076"/>
            <a:ext cx="8607600" cy="57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 b="1" strike="noStrike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1.Show Active Users Count - </a:t>
            </a:r>
            <a:r>
              <a:rPr lang="en-IN" sz="2200" b="0" strike="noStrike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Use WebSocket connections to track online users on the server. Maintain a list of connected users and broadcast the current count to all clients whenever it changes.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200" b="0" strike="noStrike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 b="1" strike="noStrike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2.Send Direct Messages</a:t>
            </a:r>
            <a:r>
              <a:rPr lang="en-IN" sz="22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- </a:t>
            </a:r>
            <a:r>
              <a:rPr lang="en-IN" sz="2200" b="0" strike="noStrike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Implement private messaging via WebSocket events targeted to specific user sockets. Server routes messages only to the intended recipient.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200" b="0" strike="noStrike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 b="1" strike="noStrike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3.Show Typing Indicator</a:t>
            </a:r>
            <a:r>
              <a:rPr lang="en-IN" sz="22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- </a:t>
            </a:r>
            <a:r>
              <a:rPr lang="en-IN" sz="2200" b="0" strike="noStrike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Emit “typing” and “</a:t>
            </a:r>
            <a:r>
              <a:rPr lang="en-IN" sz="2200" b="0" strike="noStrike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stop_typing</a:t>
            </a:r>
            <a:r>
              <a:rPr lang="en-IN" sz="2200" b="0" strike="noStrike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” events when a user starts or stops typing</a:t>
            </a:r>
            <a:endParaRPr sz="2200" b="0" strike="noStrike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 b="0" strike="noStrike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Relay these events from server to the specific user’s client.</a:t>
            </a:r>
            <a:endParaRPr lang="en-IN" sz="22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IN" sz="22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4.Integrate Notification Feature</a:t>
            </a:r>
            <a:r>
              <a:rPr lang="en-IN" sz="22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- </a:t>
            </a:r>
            <a:r>
              <a:rPr lang="en-IN" sz="22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Use real-time WebSocket events to push notifications to users about</a:t>
            </a:r>
            <a:endParaRPr sz="2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IN" sz="22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new messages, active users, typing indicators, or any other alerts dynamically</a:t>
            </a:r>
            <a:r>
              <a:rPr lang="en-IN" sz="2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"/>
          <p:cNvSpPr txBox="1"/>
          <p:nvPr/>
        </p:nvSpPr>
        <p:spPr>
          <a:xfrm>
            <a:off x="290525" y="421936"/>
            <a:ext cx="8676000" cy="643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3600" b="1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6.Contribution: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2200" b="0" strike="noStrik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C350D1-F7C1-47C7-BCFE-3148614C29D9}"/>
              </a:ext>
            </a:extLst>
          </p:cNvPr>
          <p:cNvSpPr txBox="1"/>
          <p:nvPr/>
        </p:nvSpPr>
        <p:spPr>
          <a:xfrm>
            <a:off x="494852" y="1237129"/>
            <a:ext cx="775626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Implemented real-time active user tracking and broadcast active user count using </a:t>
            </a:r>
            <a:r>
              <a:rPr lang="en-IN" sz="200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WebSockets</a:t>
            </a:r>
            <a:r>
              <a:rPr lang="en-IN" sz="20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Developed direct messaging feature allowing private messages between users.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Added typing indicators to show when a user is typing in real-time.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Integrated notification system to push real-time alerts and updates to users.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Used Socket.IO for bidirectional communication between client and server.</a:t>
            </a:r>
            <a:endParaRPr lang="en-IN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47F39-F486-1B9A-7134-C1FDA995C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7.Results and Implementation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6E96FC-35A6-CE77-149F-D6EB5550C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400" y="2126881"/>
            <a:ext cx="8504873" cy="42370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858CBAC-3651-2E31-7C8C-BBD2842BE378}"/>
              </a:ext>
            </a:extLst>
          </p:cNvPr>
          <p:cNvSpPr txBox="1"/>
          <p:nvPr/>
        </p:nvSpPr>
        <p:spPr>
          <a:xfrm>
            <a:off x="3954907" y="6478806"/>
            <a:ext cx="17860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 1. Landing Page</a:t>
            </a:r>
          </a:p>
        </p:txBody>
      </p:sp>
    </p:spTree>
    <p:extLst>
      <p:ext uri="{BB962C8B-B14F-4D97-AF65-F5344CB8AC3E}">
        <p14:creationId xmlns:p14="http://schemas.microsoft.com/office/powerpoint/2010/main" val="3673855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4E20A-1D99-B85F-3F80-7E464B9DE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42D9B-DD45-9E6B-C9AF-54D87498C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7.Results and Implementation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1E5691-E953-73AE-D90C-7FA79F4CD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193" y="1990165"/>
            <a:ext cx="4209696" cy="44981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ADD21DB-C25F-D5EA-A6FF-7D20084A53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2433" y="1990166"/>
            <a:ext cx="4382051" cy="44981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8B1CE67-3137-72B6-C20A-D7AEBC8A929D}"/>
              </a:ext>
            </a:extLst>
          </p:cNvPr>
          <p:cNvSpPr txBox="1"/>
          <p:nvPr/>
        </p:nvSpPr>
        <p:spPr>
          <a:xfrm>
            <a:off x="1613648" y="6580498"/>
            <a:ext cx="16866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 2.Sign up page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9E70D4-F3DE-A2A4-81BB-A0C08D27133A}"/>
              </a:ext>
            </a:extLst>
          </p:cNvPr>
          <p:cNvSpPr txBox="1"/>
          <p:nvPr/>
        </p:nvSpPr>
        <p:spPr>
          <a:xfrm>
            <a:off x="6540649" y="6537955"/>
            <a:ext cx="16578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 3.Sign In Page</a:t>
            </a:r>
          </a:p>
        </p:txBody>
      </p:sp>
    </p:spTree>
    <p:extLst>
      <p:ext uri="{BB962C8B-B14F-4D97-AF65-F5344CB8AC3E}">
        <p14:creationId xmlns:p14="http://schemas.microsoft.com/office/powerpoint/2010/main" val="3412899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780CB-1568-291F-047A-E739ECBC8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AD58E-3F72-46E6-4430-912EAA7CD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7.Results and Implementation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9EF01E-BA28-E537-5042-2617F6E52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400" y="2013030"/>
            <a:ext cx="8520057" cy="43554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7652FB-40BB-C020-2CCD-6A12214A9777}"/>
              </a:ext>
            </a:extLst>
          </p:cNvPr>
          <p:cNvSpPr txBox="1"/>
          <p:nvPr/>
        </p:nvSpPr>
        <p:spPr>
          <a:xfrm>
            <a:off x="3915783" y="6465346"/>
            <a:ext cx="16065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 4. Dashboard </a:t>
            </a:r>
          </a:p>
        </p:txBody>
      </p:sp>
    </p:spTree>
    <p:extLst>
      <p:ext uri="{BB962C8B-B14F-4D97-AF65-F5344CB8AC3E}">
        <p14:creationId xmlns:p14="http://schemas.microsoft.com/office/powerpoint/2010/main" val="2098878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21602-0EAC-A707-A563-7B062D760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A7616-021F-353E-D331-C4DEF2320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7.Results and Implementation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C13064-AABE-D886-A92F-3E48B383F40F}"/>
              </a:ext>
            </a:extLst>
          </p:cNvPr>
          <p:cNvSpPr txBox="1"/>
          <p:nvPr/>
        </p:nvSpPr>
        <p:spPr>
          <a:xfrm>
            <a:off x="3915783" y="6295832"/>
            <a:ext cx="15776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 4. Chat Page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0A6D37-4870-B821-15CD-88B833585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400" y="1943758"/>
            <a:ext cx="8681422" cy="4352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3463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CED4E-72F8-F8DA-CDE2-78494593B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8.References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A577DA-3819-770E-D05C-055D812D87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6246" y="1888323"/>
            <a:ext cx="7665777" cy="4277880"/>
          </a:xfrm>
        </p:spPr>
        <p:txBody>
          <a:bodyPr/>
          <a:lstStyle/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Heidemann, Y.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Pradkin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 Govindan, C. Papadopoulos, G. Bartlett and J. Bannis-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Experiences with a continuous network archiving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Proceedings of the ACMSIGCOMM, pp. 185–196, 2010.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 Cantarella and L. Turello, “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communication with Socket.IO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InternationalJournal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Computer Applications, vol. 118, no. 20, pp. 1–6, 2015.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I. Fette and A. Melnikov, “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WebSocket Protocol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IETF RFC 6455, Dec. 2011.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Available:https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://datatracker.ietf.org/doc/html/rfc6455.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Wheeler, “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Source Alternatives to Slack: A Study of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Mattermost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Rocket.Chat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andZulip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Journal of Open Source Software, vol. 5, no. 50, pp. 1–6, 2020.</a:t>
            </a:r>
          </a:p>
        </p:txBody>
      </p:sp>
    </p:spTree>
    <p:extLst>
      <p:ext uri="{BB962C8B-B14F-4D97-AF65-F5344CB8AC3E}">
        <p14:creationId xmlns:p14="http://schemas.microsoft.com/office/powerpoint/2010/main" val="19344012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"/>
          <p:cNvSpPr/>
          <p:nvPr/>
        </p:nvSpPr>
        <p:spPr>
          <a:xfrm>
            <a:off x="647640" y="3057480"/>
            <a:ext cx="9070560" cy="12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b="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You...!!</a:t>
            </a:r>
            <a:endParaRPr sz="3600" b="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659</Words>
  <Application>Microsoft Office PowerPoint</Application>
  <PresentationFormat>Custom</PresentationFormat>
  <Paragraphs>90</Paragraphs>
  <Slides>14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Noto Sans Symbols</vt:lpstr>
      <vt:lpstr>Times New Roman</vt:lpstr>
      <vt:lpstr>Trebuchet MS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7.Results and Implementation</vt:lpstr>
      <vt:lpstr>7.Results and Implementation</vt:lpstr>
      <vt:lpstr>7.Results and Implementation</vt:lpstr>
      <vt:lpstr>7.Results and Implementation</vt:lpstr>
      <vt:lpstr>8.References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 b</dc:creator>
  <cp:lastModifiedBy>swayam shah</cp:lastModifiedBy>
  <cp:revision>3</cp:revision>
  <dcterms:created xsi:type="dcterms:W3CDTF">2017-10-25T08:22:14Z</dcterms:created>
  <dcterms:modified xsi:type="dcterms:W3CDTF">2025-10-10T10:24:53Z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Custom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6</vt:i4>
  </property>
</Properties>
</file>